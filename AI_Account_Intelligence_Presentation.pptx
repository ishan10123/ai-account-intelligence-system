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Account Intelligence &amp; Enrichment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r>
              <a:t>Sales teams see anonymous website traffic but lack company identity, intent signals, and next actions.</a:t>
            </a:r>
          </a:p>
          <a:p/>
          <a:p>
            <a:r>
              <a:t>Solution:</a:t>
            </a:r>
          </a:p>
          <a:p>
            <a:r>
              <a:t>AI pipeline converts visitor behavior into structured sales intelligence.</a:t>
            </a:r>
          </a:p>
          <a:p/>
          <a:p>
            <a:r>
              <a:t>Key Capabilities:</a:t>
            </a:r>
          </a:p>
          <a:p>
            <a:r>
              <a:t>• Company Identification</a:t>
            </a:r>
          </a:p>
          <a:p>
            <a:r>
              <a:t>• Persona Inference</a:t>
            </a:r>
          </a:p>
          <a:p>
            <a:r>
              <a:t>• Intent Scoring</a:t>
            </a:r>
          </a:p>
          <a:p>
            <a:r>
              <a:t>• Company Enrichment</a:t>
            </a:r>
          </a:p>
          <a:p>
            <a:r>
              <a:t>• Technology Stack Detection</a:t>
            </a:r>
          </a:p>
          <a:p>
            <a:r>
              <a:t>• Leadership Discovery</a:t>
            </a:r>
          </a:p>
          <a:p>
            <a:r>
              <a:t>• Recommended Sales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Example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Architecture:</a:t>
            </a:r>
          </a:p>
          <a:p>
            <a:r>
              <a:t>Visitor Signals → AI Agents → Company Intelligence → Sales Actions → Dashboard</a:t>
            </a:r>
          </a:p>
          <a:p/>
          <a:p>
            <a:r>
              <a:t>Agents:</a:t>
            </a:r>
          </a:p>
          <a:p>
            <a:r>
              <a:t>Company Identifier | Persona Agent | Intent Agent | Tech Stack Agent | Leadership Agent</a:t>
            </a:r>
          </a:p>
          <a:p>
            <a:r>
              <a:t>Business Signal Agent | Sales Action Agent</a:t>
            </a:r>
          </a:p>
          <a:p/>
          <a:p>
            <a:r>
              <a:t>Example Output:</a:t>
            </a:r>
          </a:p>
          <a:p>
            <a:r>
              <a:t>Company: BrightPath Lending</a:t>
            </a:r>
          </a:p>
          <a:p>
            <a:r>
              <a:t>Persona: Sales Leader</a:t>
            </a:r>
          </a:p>
          <a:p>
            <a:r>
              <a:t>Intent Score: 7 (Evaluation)</a:t>
            </a:r>
          </a:p>
          <a:p>
            <a:r>
              <a:t>Tech Stack: Salesforce, HubSpot, WordPress</a:t>
            </a:r>
          </a:p>
          <a:p>
            <a:r>
              <a:t>Leadership: CEO, VP Sales, Head of Marketing</a:t>
            </a:r>
          </a:p>
          <a:p>
            <a:r>
              <a:t>Recommended Action: Prioritize account and initiate targeted outreach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